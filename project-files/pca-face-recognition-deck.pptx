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81" r:id="rId5"/>
    <p:sldId id="284" r:id="rId6"/>
    <p:sldId id="280" r:id="rId7"/>
    <p:sldId id="273" r:id="rId8"/>
    <p:sldId id="279" r:id="rId9"/>
    <p:sldId id="265" r:id="rId10"/>
    <p:sldId id="268" r:id="rId11"/>
    <p:sldId id="293" r:id="rId12"/>
    <p:sldId id="266" r:id="rId13"/>
    <p:sldId id="292" r:id="rId14"/>
    <p:sldId id="2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885" autoAdjust="0"/>
  </p:normalViewPr>
  <p:slideViewPr>
    <p:cSldViewPr snapToGrid="0">
      <p:cViewPr varScale="1">
        <p:scale>
          <a:sx n="114" d="100"/>
          <a:sy n="114" d="100"/>
        </p:scale>
        <p:origin x="400" y="176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7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B889F-435F-37E0-39C1-1975F065F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DF492-1FEC-B725-937A-0CA701500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697D3-E29F-3593-987D-D6C5A3E1C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7F70B-5F30-3540-4D41-3F4632416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90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7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4E77-8F7F-C091-A6CD-F9591333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F8D03-BCD3-2516-5A17-7890FD56F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3AAD0-5D1A-5384-531C-8A99D3C15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54F1F-92BA-AFB1-9D22-E7208D0FE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73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b="1" dirty="0">
                <a:latin typeface="Inconsolata" pitchFamily="49" charset="77"/>
                <a:ea typeface="Inconsolata" pitchFamily="49" charset="77"/>
              </a:rPr>
              <a:t>Principal component analysis (PCA) </a:t>
            </a:r>
            <a:br>
              <a:rPr lang="en-US" b="1" dirty="0">
                <a:latin typeface="Inconsolata" pitchFamily="49" charset="77"/>
                <a:ea typeface="Inconsolata" pitchFamily="49" charset="77"/>
              </a:rPr>
            </a:br>
            <a:r>
              <a:rPr lang="en-US" b="1" dirty="0">
                <a:latin typeface="Inconsolata" pitchFamily="49" charset="77"/>
                <a:ea typeface="Inconsolata" pitchFamily="49" charset="77"/>
              </a:rPr>
              <a:t>for </a:t>
            </a:r>
            <a:br>
              <a:rPr lang="en-US" b="1" dirty="0">
                <a:latin typeface="Inconsolata" pitchFamily="49" charset="77"/>
                <a:ea typeface="Inconsolata" pitchFamily="49" charset="77"/>
              </a:rPr>
            </a:br>
            <a:r>
              <a:rPr lang="en-US" b="1" dirty="0">
                <a:latin typeface="Inconsolata" pitchFamily="49" charset="77"/>
                <a:ea typeface="Inconsolata" pitchFamily="49" charset="77"/>
              </a:rPr>
              <a:t>facial recognition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D3487A-3641-BF17-67F1-83E039807E51}"/>
              </a:ext>
            </a:extLst>
          </p:cNvPr>
          <p:cNvSpPr txBox="1"/>
          <p:nvPr/>
        </p:nvSpPr>
        <p:spPr>
          <a:xfrm>
            <a:off x="281568" y="5186428"/>
            <a:ext cx="61833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nconsolata" pitchFamily="49" charset="77"/>
                <a:ea typeface="Inconsolata" pitchFamily="49" charset="77"/>
              </a:rPr>
              <a:t>Mathematics for AI</a:t>
            </a:r>
            <a:br>
              <a:rPr lang="en-US" dirty="0">
                <a:solidFill>
                  <a:schemeClr val="bg1"/>
                </a:solidFill>
                <a:latin typeface="Inconsolata" pitchFamily="49" charset="77"/>
                <a:ea typeface="Inconsolata" pitchFamily="49" charset="77"/>
              </a:rPr>
            </a:br>
            <a:r>
              <a:rPr lang="en-US" dirty="0">
                <a:solidFill>
                  <a:schemeClr val="bg1"/>
                </a:solidFill>
                <a:latin typeface="Inconsolata" pitchFamily="49" charset="77"/>
                <a:ea typeface="Inconsolata" pitchFamily="49" charset="77"/>
              </a:rPr>
              <a:t>Group Presentation</a:t>
            </a:r>
          </a:p>
          <a:p>
            <a:endParaRPr lang="en-US" dirty="0">
              <a:solidFill>
                <a:schemeClr val="bg1"/>
              </a:solidFill>
              <a:latin typeface="Inconsolata" pitchFamily="49" charset="77"/>
              <a:ea typeface="Inconsolata" pitchFamily="49" charset="77"/>
            </a:endParaRPr>
          </a:p>
          <a:p>
            <a:r>
              <a:rPr lang="en-US" dirty="0">
                <a:solidFill>
                  <a:schemeClr val="bg1"/>
                </a:solidFill>
                <a:latin typeface="Inconsolata" pitchFamily="49" charset="77"/>
                <a:ea typeface="Inconsolata" pitchFamily="49" charset="77"/>
              </a:rPr>
              <a:t>Team Members: </a:t>
            </a:r>
            <a:r>
              <a:rPr lang="en-US" i="1" dirty="0">
                <a:solidFill>
                  <a:schemeClr val="bg1"/>
                </a:solidFill>
                <a:latin typeface="Inconsolata" pitchFamily="49" charset="77"/>
                <a:ea typeface="Inconsolata" pitchFamily="49" charset="77"/>
              </a:rPr>
              <a:t>Chong Zhi Zhen, Daniel Simmons, </a:t>
            </a:r>
          </a:p>
          <a:p>
            <a:r>
              <a:rPr lang="en-US" i="1" dirty="0">
                <a:solidFill>
                  <a:schemeClr val="bg1"/>
                </a:solidFill>
                <a:latin typeface="Inconsolata" pitchFamily="49" charset="77"/>
                <a:ea typeface="Inconsolata" pitchFamily="49" charset="77"/>
              </a:rPr>
              <a:t>Jorge </a:t>
            </a:r>
            <a:r>
              <a:rPr lang="en-US" i="1" dirty="0" err="1">
                <a:solidFill>
                  <a:schemeClr val="bg1"/>
                </a:solidFill>
                <a:latin typeface="Inconsolata" pitchFamily="49" charset="77"/>
                <a:ea typeface="Inconsolata" pitchFamily="49" charset="77"/>
              </a:rPr>
              <a:t>Apatiga</a:t>
            </a:r>
            <a:r>
              <a:rPr lang="en-US" i="1" dirty="0">
                <a:solidFill>
                  <a:schemeClr val="bg1"/>
                </a:solidFill>
                <a:latin typeface="Inconsolata" pitchFamily="49" charset="77"/>
                <a:ea typeface="Inconsolata" pitchFamily="49" charset="77"/>
              </a:rPr>
              <a:t>, Sagar Pratap Singh, Yang </a:t>
            </a:r>
            <a:r>
              <a:rPr lang="en-US" i="1" dirty="0" err="1">
                <a:solidFill>
                  <a:schemeClr val="bg1"/>
                </a:solidFill>
                <a:latin typeface="Inconsolata" pitchFamily="49" charset="77"/>
                <a:ea typeface="Inconsolata" pitchFamily="49" charset="77"/>
              </a:rPr>
              <a:t>Qingwei</a:t>
            </a:r>
            <a:endParaRPr lang="en-US" i="1" dirty="0">
              <a:solidFill>
                <a:schemeClr val="bg1"/>
              </a:solidFill>
              <a:latin typeface="Inconsolata" pitchFamily="49" charset="77"/>
              <a:ea typeface="Inconsolata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15" name="Picture Placeholder 14" descr="A group of people sitting around a table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-28882" y="0"/>
            <a:ext cx="611505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  <a:noFill/>
        </p:spPr>
        <p:txBody>
          <a:bodyPr anchor="t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>
                <a:latin typeface="Inconsolata" pitchFamily="49" charset="77"/>
                <a:ea typeface="Inconsolata" pitchFamily="49" charset="77"/>
              </a:rPr>
              <a:t>Principal component analysis (PCA)</a:t>
            </a:r>
          </a:p>
        </p:txBody>
      </p:sp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286000"/>
          </a:xfrm>
          <a:noFill/>
        </p:spPr>
        <p:txBody>
          <a:bodyPr/>
          <a:lstStyle/>
          <a:p>
            <a:r>
              <a:rPr lang="en-US" dirty="0"/>
              <a:t>Quick recap: what is </a:t>
            </a:r>
            <a:r>
              <a:rPr lang="en-US" dirty="0" err="1"/>
              <a:t>pca</a:t>
            </a:r>
            <a:endParaRPr lang="en-US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336FEA9-C85A-3569-16F0-5ECBABBE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5198"/>
            <a:ext cx="9144000" cy="683219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5212079" cy="4137189"/>
          </a:xfrm>
          <a:noFill/>
        </p:spPr>
        <p:txBody>
          <a:bodyPr>
            <a:normAutofit/>
          </a:bodyPr>
          <a:lstStyle/>
          <a:p>
            <a:r>
              <a:rPr lang="en-US"/>
              <a:t>This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/>
              <a:t>Pitch variation</a:t>
            </a:r>
          </a:p>
          <a:p>
            <a:pPr lvl="1"/>
            <a:r>
              <a:rPr lang="en-US"/>
              <a:t>Tone inflection</a:t>
            </a:r>
          </a:p>
          <a:p>
            <a:pPr lvl="1"/>
            <a:r>
              <a:rPr lang="en-US"/>
              <a:t>Volume control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>
            <a:normAutofit/>
          </a:bodyPr>
          <a:lstStyle/>
          <a:p>
            <a:r>
              <a:rPr lang="en-US"/>
              <a:t>Effective body language enhances your message, making it more impactful and memorable:</a:t>
            </a:r>
          </a:p>
          <a:p>
            <a:pPr lvl="1"/>
            <a:r>
              <a:rPr lang="en-US"/>
              <a:t>Meaningful eye contact</a:t>
            </a:r>
          </a:p>
          <a:p>
            <a:pPr lvl="1"/>
            <a:r>
              <a:rPr lang="en-US"/>
              <a:t>Purposeful gestures</a:t>
            </a:r>
          </a:p>
          <a:p>
            <a:pPr lvl="1"/>
            <a:r>
              <a:rPr lang="en-US"/>
              <a:t>Maintain good posture</a:t>
            </a:r>
          </a:p>
          <a:p>
            <a:pPr lvl="1"/>
            <a:r>
              <a:rPr lang="en-US"/>
              <a:t>Control your expressions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024781"/>
            <a:ext cx="2878394" cy="4137189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Dynamic delivery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96074" y="2106591"/>
            <a:ext cx="2067045" cy="3633787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F01CF5D3-D3B1-1944-CFDF-D8EE11DE42A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834757309"/>
              </p:ext>
            </p:extLst>
          </p:nvPr>
        </p:nvGraphicFramePr>
        <p:xfrm>
          <a:off x="3484563" y="2106613"/>
          <a:ext cx="7921828" cy="403233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0457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8045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980457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980457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12591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12591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12591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12591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12591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82030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55A20-11B0-569E-90E8-E65A5FBCF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DC5DAD4B-44B7-6E3A-1DA1-F60524EFF6C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38A4238-E6E8-AA61-3C7B-E264FC0AC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>
                <a:latin typeface="Inconsolata" pitchFamily="49" charset="77"/>
                <a:ea typeface="Inconsolata" pitchFamily="49" charset="77"/>
              </a:rPr>
              <a:t>Face recognition demo: </a:t>
            </a:r>
            <a:br>
              <a:rPr lang="en-US" dirty="0">
                <a:latin typeface="Inconsolata" pitchFamily="49" charset="77"/>
                <a:ea typeface="Inconsolata" pitchFamily="49" charset="77"/>
              </a:rPr>
            </a:br>
            <a:r>
              <a:rPr lang="en-US" dirty="0" err="1">
                <a:latin typeface="Inconsolata" pitchFamily="49" charset="77"/>
                <a:ea typeface="Inconsolata" pitchFamily="49" charset="77"/>
              </a:rPr>
              <a:t>Pca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 in action</a:t>
            </a:r>
          </a:p>
        </p:txBody>
      </p:sp>
    </p:spTree>
    <p:extLst>
      <p:ext uri="{BB962C8B-B14F-4D97-AF65-F5344CB8AC3E}">
        <p14:creationId xmlns:p14="http://schemas.microsoft.com/office/powerpoint/2010/main" val="592784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19464" y="1790329"/>
            <a:ext cx="5134335" cy="4113054"/>
          </a:xfrm>
          <a:noFill/>
        </p:spPr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39F69-A1C6-AF25-B91E-7EEE8ED9E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A972-BD3A-3DCD-81F1-7AF161F5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FE33-53A6-E75A-9BA0-8B7B1BFD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2" name="Table Placeholder 3">
            <a:extLst>
              <a:ext uri="{FF2B5EF4-FFF2-40B4-BE49-F238E27FC236}">
                <a16:creationId xmlns:a16="http://schemas.microsoft.com/office/drawing/2014/main" id="{CB65501E-A327-D358-9D08-A3694677266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069353899"/>
              </p:ext>
            </p:extLst>
          </p:nvPr>
        </p:nvGraphicFramePr>
        <p:xfrm>
          <a:off x="612775" y="2108200"/>
          <a:ext cx="10972800" cy="392019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691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6" y="3052046"/>
            <a:ext cx="9467127" cy="75390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8</TotalTime>
  <Words>347</Words>
  <Application>Microsoft Macintosh PowerPoint</Application>
  <PresentationFormat>Widescreen</PresentationFormat>
  <Paragraphs>109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Inconsolata</vt:lpstr>
      <vt:lpstr>Wingdings</vt:lpstr>
      <vt:lpstr>Custom</vt:lpstr>
      <vt:lpstr>Principal component analysis (PCA)  for  facial recognition</vt:lpstr>
      <vt:lpstr>AGENDA</vt:lpstr>
      <vt:lpstr>Principal component analysis (PCA)</vt:lpstr>
      <vt:lpstr>Quick recap: what is pca</vt:lpstr>
      <vt:lpstr>PowerPoint Presentation</vt:lpstr>
      <vt:lpstr>NAVIGATING Q&amp;A SESSIONS</vt:lpstr>
      <vt:lpstr>Dynamic delivery</vt:lpstr>
      <vt:lpstr>Face recognition demo:  Pca in action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MSTR - Sagar Pratap Singh</dc:creator>
  <cp:lastModifiedBy>MSTR - Sagar Pratap Singh</cp:lastModifiedBy>
  <cp:revision>2</cp:revision>
  <dcterms:created xsi:type="dcterms:W3CDTF">2025-11-17T02:18:24Z</dcterms:created>
  <dcterms:modified xsi:type="dcterms:W3CDTF">2025-11-17T02:27:14Z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